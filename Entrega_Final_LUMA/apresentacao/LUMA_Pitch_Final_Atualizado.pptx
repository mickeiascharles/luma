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-548640"/>
            <a:ext cx="5760720" cy="5760720"/>
          </a:xfrm>
          <a:prstGeom prst="arc">
            <a:avLst/>
          </a:prstGeom>
          <a:noFill/>
          <a:ln w="17780">
            <a:solidFill>
              <a:srgbClr val="00C1D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228600"/>
            <a:ext cx="6217920" cy="6217920"/>
          </a:xfrm>
          <a:prstGeom prst="arc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pic>
        <p:nvPicPr>
          <p:cNvPr id="5" name="Image 0" descr="C:\Users\charl\OneDrive\Área de Trabalho\Faculdade\Quarto Semestre\Residencia 4\Ideia Space\Ideia Space\assets\images\log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"/>
            <a:ext cx="1024128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LUMA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13232" y="2615184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0C0"/>
                </a:solidFill>
              </a:rPr>
              <a:t>MVP educacional com frontend, backend basico e arquitetura preparada para 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1D5"/>
                </a:solidFill>
              </a:rPr>
              <a:t>Pitch final atualizado | Residencia em Software &amp; IA | 2026.1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20840" y="4526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Node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20840" y="4965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backend basico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8595360" y="4526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95360" y="4965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rotas de API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378440" y="4526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1D5"/>
                </a:solidFill>
              </a:rPr>
              <a:t>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78440" y="4965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7B0C0"/>
                </a:solidFill>
              </a:rPr>
              <a:t>custo de IA atual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engenharia espacial exige ligar teoria, hardware e dados reais.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828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Conceitos de sensores, telemetria e sistemas embarcados ficam abstratos sem pratica.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43230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34086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Professores precisam transformar o kit em missao didatica, nao apenas demonstracao tecnica.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94436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852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Alunos precisam entender componentes, dados e decisao de engenharia em uma interface clara.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6832" y="1874520"/>
            <a:ext cx="415137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03911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Oportunidade de 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441448"/>
            <a:ext cx="4078224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Usar IA como tutora educacional para explicar componentes, interpretar telemetria e propor perguntas investigativas com seguranca.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492240" y="43434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4526280"/>
            <a:ext cx="415137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469087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Cuidado critico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5093208"/>
            <a:ext cx="40782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 IA nao deve inventar pinagens, tensoes ou diagnosticos de hardware sem contexto aprovado.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SOLUCAO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LUMA combina experiencia web, backend demonstrativo e trilha por missao.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pic>
        <p:nvPicPr>
          <p:cNvPr id="7" name="Image 0" descr="C:\Users\charl\OneDrive\Área de Trabalho\Faculdade\Quarto Semestre\Residencia 4\Ideia Space\Ideia Space\assets\plates\base-plate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10896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9120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53712" y="1828800"/>
            <a:ext cx="172821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0288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90288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Experiencia visual do satelite, narrativa e componentes.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6656832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21424" y="1828800"/>
            <a:ext cx="172821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API simples serve dados, telemetria e status de IA.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924544" y="164592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89136" y="1828800"/>
            <a:ext cx="172821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25712" y="19933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futura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25712" y="2395728"/>
            <a:ext cx="165506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Assistente LUMA com contexto fechado e validacao.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4526280" y="425196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41605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Site servido por http://localhost:3000.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26280" y="476402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27448" y="46725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Backend sem dependencias externas, facil de explicar e executar.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26280" y="527608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27448" y="51846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Rotas demonstram separacao minima entre interface, dados e futura camada AI-powered.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BACKEND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Agora o MVP tem uma API basica para demonstrar arquitetura.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83080"/>
            <a:ext cx="241401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Servidor 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350008"/>
            <a:ext cx="2340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Arquivo backend/server.js usando modulos nativos: http, fs, path e url.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794760" y="1600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9352" y="1783080"/>
            <a:ext cx="241401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Dados 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95928" y="2350008"/>
            <a:ext cx="2340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Arquivo backend/data/luma-data.json concentra projeto, componentes e telemetria.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812280" y="16002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76872" y="1783080"/>
            <a:ext cx="241401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194767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Site estatico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13448" y="2350008"/>
            <a:ext cx="2340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 mesma API tambem serve os arquivos da pasta assets.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829800" y="160020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94392" y="1783080"/>
            <a:ext cx="127101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0968" y="194767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30968" y="2350008"/>
            <a:ext cx="119786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PORT opcional, padrao 3000.</a:t>
            </a:r>
            <a:endParaRPr lang="en-US" sz="104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3703320"/>
          <a:ext cx="9875520" cy="2057400"/>
        </p:xfrm>
        <a:graphic>
          <a:graphicData uri="http://schemas.openxmlformats.org/drawingml/2006/table">
            <a:tbl>
              <a:tblPr/>
              <a:tblGrid>
                <a:gridCol w="4937760"/>
                <a:gridCol w="49377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Rota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/api/health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status da API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/api/luma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dados do projeto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/api/components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componentes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/api/telemetry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telemetria demo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/api/ai/status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estado da IA</a:t>
                      </a:r>
                      <a:endParaRPr lang="en-US" sz="11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IA NO PRODUTO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versao AI-powered proposta usa o backend como camada segura.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Pergunta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72768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205740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07208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0056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Contexto aprovado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61504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32904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Modelo IA futuro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11312" y="2176272"/>
            <a:ext cx="502920" cy="256032"/>
          </a:xfrm>
          <a:prstGeom prst="chevron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74352" y="2057400"/>
            <a:ext cx="530352" cy="530352"/>
          </a:xfrm>
          <a:prstGeom prst="ellipse">
            <a:avLst/>
          </a:prstGeom>
          <a:solidFill>
            <a:srgbClr val="00C1D5"/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8088" y="217627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45752" y="2770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Validador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66344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45720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/api/ai/status informa que a IA real ainda nao esta ativa.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" y="517550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508406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 chave de IA ficaria protegida no servidor, nao no navegador.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" y="568756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5961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Prompts e validadores podem evoluir sem reescrever a interface.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FERRAMENTAS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entrega agora mostra frontend, backend e engenharia de prompt.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920240"/>
            <a:ext cx="213969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generativa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Apoio na narrativa, prompts, limites e organizacao do pitch.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61188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76472" y="1920240"/>
            <a:ext cx="213969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HTML/CSS/JS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Prototipo navegavel e interativo.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46520" y="17373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1920240"/>
            <a:ext cx="213969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0848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 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7688" y="2487168"/>
            <a:ext cx="206654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API demonstrativa sem dependencias externas.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281160" y="17373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45752" y="1920240"/>
            <a:ext cx="17739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28" y="20848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QA manual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82328" y="2487168"/>
            <a:ext cx="1700784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Teste de rotas e revisao de escopo tecnico.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10012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Decisao de engenharia: implementar backend real e manter transparencia sobre a IA ainda nao estar ativa em producao.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CUSTOS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backend aumenta maturidade da entrega sem gerar custo de IA.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6492240" cy="2560320"/>
        </p:xfrm>
        <a:graphic>
          <a:graphicData uri="http://schemas.openxmlformats.org/drawingml/2006/table">
            <a:tbl>
              <a:tblPr/>
              <a:tblGrid>
                <a:gridCol w="2164080"/>
                <a:gridCol w="2164080"/>
                <a:gridCol w="21640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Cenario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Custo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Observacao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MVP atual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baixo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Node simples, sem banco e sem dependencias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IA atual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R$ 0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sem chamadas de modelo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Piloto AI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variavel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modelo compacto, contexto curto e cache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Producao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controlado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FFFFFF"/>
                          </a:solidFill>
                        </a:rPr>
                        <a:t>limites por usuario e logs</a:t>
                      </a:r>
                      <a:endParaRPr lang="en-US" sz="112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737360"/>
            <a:ext cx="3063240" cy="2148840"/>
          </a:xfrm>
          <a:prstGeom prst="roundRect">
            <a:avLst>
              <a:gd name="adj" fmla="val 3404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82712" y="1920240"/>
            <a:ext cx="273405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9288" y="208483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Trade-off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19288" y="2487168"/>
            <a:ext cx="2660904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Backend simples prova arquitetura. A IA futura exige chave segura, base de conhecimento, logs e validacao.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914400" y="482803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47365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Sem API externa obrigatoria para demonstrar.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5340096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5248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 escala futura depende de cache, limites e qualidade do modelo.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585216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57607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Conteudo sensivel continua exigindo revisao humana.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QUALIDADE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principal pergunta de defesa: e se a IA falhar?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874520"/>
            <a:ext cx="22311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Falha esperada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Resposta generica, inventada ou segura demais para ajudar o aluno.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2192" y="1874520"/>
            <a:ext cx="22311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Mitigacao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Contexto fechado, prompts versionados e checklist de alucinacao.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1874520"/>
            <a:ext cx="223113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20391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3408" y="2441448"/>
            <a:ext cx="215798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Centraliza futuras regras, logs e bloqueios antes da resposta.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1472" y="1874520"/>
            <a:ext cx="1682496" cy="0"/>
          </a:xfrm>
          <a:prstGeom prst="line">
            <a:avLst/>
          </a:prstGeom>
          <a:noFill/>
          <a:ln w="15240">
            <a:solidFill>
              <a:srgbClr val="A3E6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20391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8048" y="2441448"/>
            <a:ext cx="160934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Nao automatizar seguranca eletrica sem manual oficial.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Aprendizado: IA e forte como tutora guiada; o backend e o lugar certo para controlar contexto, chave e validacao.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DEMONSTRACAO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sugerido para os 10 minutos de apresentacao.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00200"/>
          <a:ext cx="9966960" cy="4315968"/>
        </p:xfrm>
        <a:graphic>
          <a:graphicData uri="http://schemas.openxmlformats.org/drawingml/2006/table">
            <a:tbl>
              <a:tblPr/>
              <a:tblGrid>
                <a:gridCol w="4983480"/>
                <a:gridCol w="498348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Tempo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Bloco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0:00-1:00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Problema e oportunidade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1:00-2:30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Tour do MVP no navegador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2:30-4:00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Backend: npm start e rotas /api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4:00-5:30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Papel da IA e prompts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5:30-7:00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Falhas, limites e validacao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7:00-8:30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Custo e viabilidade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8:30-10:00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Futuro e equipe</a:t>
                      </a:r>
                      <a:endParaRPr lang="en-US" sz="1200" dirty="0"/>
                    </a:p>
                  </a:txBody>
                  <a:tcPr marL="82296" marR="82296" marT="82296" marB="82296">
                    <a:lnL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005840" cy="0"/>
          </a:xfrm>
          <a:prstGeom prst="line">
            <a:avLst/>
          </a:prstGeom>
          <a:noFill/>
          <a:ln w="25400">
            <a:solidFill>
              <a:srgbClr val="00C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1D5"/>
                </a:solidFill>
              </a:rPr>
              <a:t>FUTURO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863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proximo salto e transformar o backend em camada AI-powered.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55480" y="64190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7B0C0"/>
                </a:solidFill>
              </a:rPr>
              <a:t>LUMA | Ideia Space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6916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Conectar o frontend aos endpoints do backend.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295144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2037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Adicionar POST /api/ai/ask para o assistente LUMA.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2807208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715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Criar base de conhecimento com manuais oficiais.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2278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Adicionar logs, validacao e bloqueio de alucinacoes.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3831336"/>
            <a:ext cx="82296" cy="82296"/>
          </a:xfrm>
          <a:prstGeom prst="ellipse">
            <a:avLst/>
          </a:prstGeom>
          <a:solidFill>
            <a:srgbClr val="00C1D5"/>
          </a:solidFill>
          <a:ln w="12700">
            <a:solidFill>
              <a:srgbClr val="00C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73989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Modo professor com atividades, rubricas e relatorios.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37960" y="1783080"/>
            <a:ext cx="4160520" cy="2468880"/>
          </a:xfrm>
          <a:prstGeom prst="roundRect">
            <a:avLst>
              <a:gd name="adj" fmla="val 2963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02552" y="1965960"/>
            <a:ext cx="3831336" cy="0"/>
          </a:xfrm>
          <a:prstGeom prst="line">
            <a:avLst/>
          </a:prstGeom>
          <a:noFill/>
          <a:ln w="15240">
            <a:solidFill>
              <a:srgbClr val="00C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213055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Equipe e responsabilidades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2532888"/>
            <a:ext cx="3758184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7B0C0"/>
                </a:solidFill>
              </a:rPr>
              <a:t>Preencher com os membros do squad: produto/pitch, frontend, backend, conteudo tecnico, engenharia de prompt, QA e documentacao.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Fechamento: o LUMA mostra uma base completa de MVP: experiencia, servidor, documentacao e plano honesto para IA.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Ideia 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LUMA - Pitch Final Atualizado</dc:title>
  <dc:subject>Pitch final LUMA atualizado com backend</dc:subject>
  <dc:creator>Equipe LUMA / Ideia Space</dc:creator>
  <cp:lastModifiedBy>Equipe LUMA / Ideia Space</cp:lastModifiedBy>
  <cp:revision>1</cp:revision>
  <dcterms:created xsi:type="dcterms:W3CDTF">2026-06-10T03:44:40Z</dcterms:created>
  <dcterms:modified xsi:type="dcterms:W3CDTF">2026-06-10T03:44:40Z</dcterms:modified>
</cp:coreProperties>
</file>