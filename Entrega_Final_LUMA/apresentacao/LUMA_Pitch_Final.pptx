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-548640"/>
            <a:ext cx="5760720" cy="5760720"/>
          </a:xfrm>
          <a:prstGeom prst="arc">
            <a:avLst/>
          </a:prstGeom>
          <a:noFill/>
          <a:ln w="17780">
            <a:solidFill>
              <a:srgbClr val="00C1D5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228600"/>
            <a:ext cx="6217920" cy="6217920"/>
          </a:xfrm>
          <a:prstGeom prst="arc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pic>
        <p:nvPicPr>
          <p:cNvPr id="5" name="Image 0" descr="C:\Users\charl\OneDrive\Área de Trabalho\Faculdade\Quarto Semestre\Residencia 4\Ideia Space\Ideia Space\assets\images\log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03504"/>
            <a:ext cx="1024128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8288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LUMA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13232" y="261518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B0C0"/>
                </a:solidFill>
              </a:rPr>
              <a:t>Learning &amp; User Manual Assistant para o ecossistema educacional da Ideia Space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13232" y="3703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1D5"/>
                </a:solidFill>
              </a:rPr>
              <a:t>Pitch final | Residencia em Software &amp; IA | 2026.1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12280" y="4526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1D5"/>
                </a:solidFill>
              </a:rPr>
              <a:t>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12280" y="49651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7B0C0"/>
                </a:solidFill>
              </a:rPr>
              <a:t>custo de IA no MVP estatico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8686800" y="4526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1D5"/>
                </a:solidFill>
              </a:rPr>
              <a:t>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0" y="49651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7B0C0"/>
                </a:solidFill>
              </a:rPr>
              <a:t>entregas documentais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0469880" y="4526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1D5"/>
                </a:solidFill>
              </a:rPr>
              <a:t>10 min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469880" y="49651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7B0C0"/>
                </a:solidFill>
              </a:rPr>
              <a:t>roteiro de defesa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PROBLEMA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Aprender engenharia espacial exige ligar teoria, hardware e dados reais.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8288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Conceitos de sensores, telemetria e sistemas embarcados ficam abstratos sem pratica.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450592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3591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Professores precisam transformar o kit em missao didatica, nao apenas demonstracao tecnica.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980944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88950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Alunos precisam entender componentes, dados e decisao de engenharia em uma interface clara.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1691640"/>
            <a:ext cx="4480560" cy="2286000"/>
          </a:xfrm>
          <a:prstGeom prst="roundRect">
            <a:avLst>
              <a:gd name="adj" fmla="val 32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6832" y="1874520"/>
            <a:ext cx="415137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039112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Oportunidade de 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93408" y="2441448"/>
            <a:ext cx="4078224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Usar IA como tutora educacional para explicar componentes, interpretar telemetria e propor perguntas investigativas com seguranca.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492240" y="434340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6832" y="4526280"/>
            <a:ext cx="415137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4690872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Cuidado critico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93408" y="5093208"/>
            <a:ext cx="40782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A IA nao deve inventar pinagens, tensoes ou diagnosticos de hardware sem contexto aprovado.</a:t>
            </a:r>
            <a:endParaRPr lang="en-US" sz="10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SOLUCAO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LUMA transforma o satelite educacional em uma jornada guiada por missao.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pic>
        <p:nvPicPr>
          <p:cNvPr id="7" name="Image 0" descr="C:\Users\charl\OneDrive\Área de Trabalho\Faculdade\Quarto Semestre\Residencia 4\Ideia Space\Ideia Space\assets\plates\base-plate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310896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89120" y="164592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53712" y="1828800"/>
            <a:ext cx="172821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90288" y="19933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Inspecionar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90288" y="2395728"/>
            <a:ext cx="16550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Componentes e subsistemas do satelite ficam navegaveis e explicaveis.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6656832" y="164592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21424" y="1828800"/>
            <a:ext cx="172821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19933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Programar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0" y="2395728"/>
            <a:ext cx="16550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Aluno conecta C++, sensores, barramentos e operacao embarcada.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924544" y="164592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089136" y="1828800"/>
            <a:ext cx="1728216" cy="0"/>
          </a:xfrm>
          <a:prstGeom prst="line">
            <a:avLst/>
          </a:prstGeom>
          <a:noFill/>
          <a:ln w="15240">
            <a:solidFill>
              <a:srgbClr val="A3E6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25712" y="19933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Interpretar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125712" y="2395728"/>
            <a:ext cx="16550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Telemetria vira aprendizado pratico e tomada de decisao.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4526280" y="4251960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27448" y="41605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MVP atual: experiencia web estatica em assets/index.html.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526280" y="4782312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27448" y="469087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Diferencial: narrativa visual premium com linguagem educacional aplicada.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526280" y="5312664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27448" y="522122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Evolucao AI-powered: assistente LUMA com contexto fechado e validacao.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FERRAMENTAS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IA acelerou desenvolvimento, conteudo e refinamento de experiencia.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920240"/>
            <a:ext cx="213969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0848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 generativa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2487168"/>
            <a:ext cx="2066544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Apoio na narrativa, prompts, limites e organizacao do pitch.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3611880" y="17373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76472" y="1920240"/>
            <a:ext cx="213969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3048" y="20848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HTML/CSS/JS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13048" y="2487168"/>
            <a:ext cx="2066544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Prototipo navegavel, interativo e sem dependencia de backend.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446520" y="17373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11112" y="1920240"/>
            <a:ext cx="2139696" cy="0"/>
          </a:xfrm>
          <a:prstGeom prst="line">
            <a:avLst/>
          </a:prstGeom>
          <a:noFill/>
          <a:ln w="15240">
            <a:solidFill>
              <a:srgbClr val="A3E6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20848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Assets do produto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47688" y="2487168"/>
            <a:ext cx="2066544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Logo, placa e elementos visuais do ecossistema Ideia Space.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9281160" y="173736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45752" y="1920240"/>
            <a:ext cx="177393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2328" y="20848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QA manual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82328" y="2487168"/>
            <a:ext cx="1700784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Revisao de coerencia, escopo tecnico e riscos de alucinacao.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914400" y="4434840"/>
            <a:ext cx="100126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Decisao de engenharia: nao simular uma API inexistente no MVP. A entrega assume IA como apoio e documenta a arquitetura futura.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IA NO PRODUTO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versao AI-powered proposta usa contexto fechado antes de responder.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530352" cy="530352"/>
          </a:xfrm>
          <a:prstGeom prst="ellipse">
            <a:avLst/>
          </a:prstGeom>
          <a:solidFill>
            <a:srgbClr val="00C1D5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706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Pergunta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72768" y="2176272"/>
            <a:ext cx="502920" cy="256032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5808" y="2057400"/>
            <a:ext cx="530352" cy="530352"/>
          </a:xfrm>
          <a:prstGeom prst="ellipse">
            <a:avLst/>
          </a:prstGeom>
          <a:solidFill>
            <a:srgbClr val="00C1D5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9544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52928" y="27706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Contexto aprovado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85616" y="2176272"/>
            <a:ext cx="502920" cy="256032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8656" y="2057400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65776" y="27706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Modelo 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98464" y="2176272"/>
            <a:ext cx="502920" cy="256032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61504" y="2057400"/>
            <a:ext cx="530352" cy="530352"/>
          </a:xfrm>
          <a:prstGeom prst="ellipse">
            <a:avLst/>
          </a:prstGeom>
          <a:solidFill>
            <a:srgbClr val="00C1D5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78624" y="27706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Validador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11312" y="2176272"/>
            <a:ext cx="502920" cy="256032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74352" y="2057400"/>
            <a:ext cx="530352" cy="530352"/>
          </a:xfrm>
          <a:prstGeom prst="ellipse">
            <a:avLst/>
          </a:prstGeom>
          <a:solidFill>
            <a:srgbClr val="00C1D5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48088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91472" y="27706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Resposta segura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4663440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45720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Prompt de sistema define papel de tutor tecnico.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14400" y="5193792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51023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Templates separam explicacao de componente e analise de telemetria.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14400" y="5724144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5632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Validador evita respostas sem base, alucinacoes e instrucoes inseguras.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DIFERENCIAIS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valor do LUMA esta em unir experiencia visual, dados e tutoria.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920240"/>
            <a:ext cx="291693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0848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Aprendizagem por missao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2487168"/>
            <a:ext cx="28437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Guia o aluno da conexao do hardware a interpretacao de dados reais.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4480560" y="173736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1920240"/>
            <a:ext cx="291693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0848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Inspecao tecnica visual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1728" y="2487168"/>
            <a:ext cx="28437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Placas, sensores e subsistemas se tornam exploraveis sem perder linguagem didatica.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8183880" y="1737360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48472" y="1920240"/>
            <a:ext cx="2459736" cy="0"/>
          </a:xfrm>
          <a:prstGeom prst="line">
            <a:avLst/>
          </a:prstGeom>
          <a:noFill/>
          <a:ln w="15240">
            <a:solidFill>
              <a:srgbClr val="A3E6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208483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 com limites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85048" y="2487168"/>
            <a:ext cx="23865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A proposta prioriza respostas verificaveis e escopo seguro.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960120" y="4160520"/>
            <a:ext cx="98755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4590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1D5"/>
                </a:solidFill>
              </a:rPr>
              <a:t>Web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5029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7B0C0"/>
                </a:solidFill>
              </a:rPr>
              <a:t>MVP navegavel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3291840" y="4590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1D5"/>
                </a:solidFill>
              </a:rPr>
              <a:t>Sensores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91840" y="5029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7B0C0"/>
                </a:solidFill>
              </a:rPr>
              <a:t>conteudo tecnico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5394960" y="4590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1D5"/>
                </a:solidFill>
              </a:rPr>
              <a:t>Missao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94960" y="5029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7B0C0"/>
                </a:solidFill>
              </a:rPr>
              <a:t>metodo didatico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7498080" y="4590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1D5"/>
                </a:solidFill>
              </a:rPr>
              <a:t>IA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98080" y="5029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7B0C0"/>
                </a:solidFill>
              </a:rPr>
              <a:t>evolucao assistida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9601200" y="4590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1D5"/>
                </a:solidFill>
              </a:rPr>
              <a:t>QA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601200" y="5029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7B0C0"/>
                </a:solidFill>
              </a:rPr>
              <a:t>seguranca de output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CUSTOS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MVP atual nao gera custo de IA; a escala depende do assistente futuro.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7360"/>
          <a:ext cx="6492240" cy="2331720"/>
        </p:xfrm>
        <a:graphic>
          <a:graphicData uri="http://schemas.openxmlformats.org/drawingml/2006/table">
            <a:tbl>
              <a:tblPr/>
              <a:tblGrid>
                <a:gridCol w="2164080"/>
                <a:gridCol w="2164080"/>
                <a:gridCol w="2164080"/>
              </a:tblGrid>
              <a:tr h="5829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Cenario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Custo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Observacao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MVP atual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R$ 0 em chamadas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Site estatico sem API ativa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Piloto AI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baixo/moderado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Modelo compacto + contexto curto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Producao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variavel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Cache, limites por usuario e observabilidade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18120" y="1737360"/>
            <a:ext cx="3063240" cy="2011680"/>
          </a:xfrm>
          <a:prstGeom prst="roundRect">
            <a:avLst>
              <a:gd name="adj" fmla="val 363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82712" y="1920240"/>
            <a:ext cx="273405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19288" y="208483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Trade-off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19288" y="2487168"/>
            <a:ext cx="2660904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Modelos menores reduzem custo, mas exigem validacao mais forte. Modelos maiores melhoram explicacoes complexas e aumentam custo.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914400" y="4736592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Cache para perguntas frequentes melhora a viabilidade.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" y="5266944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517550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Limite de tokens reduz custo e respostas longas demais.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14400" y="5797296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57058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Conteudo sensivel continua exigindo revisao humana.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QUALIDADE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principal pergunta de defesa: e se a IA falhar?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874520"/>
            <a:ext cx="223113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391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Falha esperada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441448"/>
            <a:ext cx="2157984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Resposta generica, inventada ou segura demais para ajudar o aluno.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3657600" y="16916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22192" y="1874520"/>
            <a:ext cx="223113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20391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Mitigacao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58768" y="2441448"/>
            <a:ext cx="2157984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Contexto fechado, prompts versionados e checklist de alucinacao.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492240" y="16916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1874520"/>
            <a:ext cx="223113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408" y="20391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Homologacao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93408" y="2441448"/>
            <a:ext cx="2157984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Teste manual com perguntas de aluno, professor e visitante.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9326880" y="16916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1472" y="1874520"/>
            <a:ext cx="1682496" cy="0"/>
          </a:xfrm>
          <a:prstGeom prst="line">
            <a:avLst/>
          </a:prstGeom>
          <a:noFill/>
          <a:ln w="15240">
            <a:solidFill>
              <a:srgbClr val="A3E6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8048" y="203911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28048" y="2441448"/>
            <a:ext cx="1609344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Nao automatizar seguranca eletrica sem manual oficial.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914400" y="46177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Aprendizado: IA e forte como tutora guiada, mas fraca quando recebe diagnosticos abertos sem contexto.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DEMONSTRACAO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Roteiro sugerido para os 10 minutos de apresentacao.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00200"/>
          <a:ext cx="9966960" cy="4315968"/>
        </p:xfrm>
        <a:graphic>
          <a:graphicData uri="http://schemas.openxmlformats.org/drawingml/2006/table">
            <a:tbl>
              <a:tblPr/>
              <a:tblGrid>
                <a:gridCol w="4983480"/>
                <a:gridCol w="4983480"/>
              </a:tblGrid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Tempo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Bloco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0:00-1:00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Problema e oportunidade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1:00-3:00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Tour do MVP LUMA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3:00-4:30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Ferramentas e papel da IA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4:30-6:00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Prompts, falhas e validacao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6:00-7:30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Custo e viabilidade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7:30-9:00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Limites e aprendizados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9:00-10:00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Futuro e equipe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FUTURO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proximo salto e transformar a experiencia em assistente educacional validado.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6916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Assistente conversacional com base nos manuais oficiais.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2313432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22199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Analise guiada de telemetria e dados faltantes.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2843784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75234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Modo professor com atividades, rubricas e relatorios.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374136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2826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Historico de missoes dos alunos e progresso por competencia.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3904488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81304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Pipeline de avaliacao de respostas com revisao humana.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537960" y="1783080"/>
            <a:ext cx="4160520" cy="2468880"/>
          </a:xfrm>
          <a:prstGeom prst="roundRect">
            <a:avLst>
              <a:gd name="adj" fmla="val 2963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02552" y="1965960"/>
            <a:ext cx="383133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9128" y="213055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Equipe e responsabilidades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39128" y="2532888"/>
            <a:ext cx="3758184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Preencher com os membros do squad: produto/pitch, frontend, conteudo tecnico, engenharia de prompt, QA e documentacao.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9144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Fechamento: o LUMA mostra como IA pode ampliar a aprendizagem sem substituir a responsabilidade tecnica da equipe.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Ideia 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LUMA - Pitch Final</dc:title>
  <dc:subject>Pitch final LUMA</dc:subject>
  <dc:creator>Equipe LUMA / Ideia Space</dc:creator>
  <cp:lastModifiedBy>Equipe LUMA / Ideia Space</cp:lastModifiedBy>
  <cp:revision>1</cp:revision>
  <dcterms:created xsi:type="dcterms:W3CDTF">2026-06-10T03:09:28Z</dcterms:created>
  <dcterms:modified xsi:type="dcterms:W3CDTF">2026-06-10T03:09:28Z</dcterms:modified>
</cp:coreProperties>
</file>