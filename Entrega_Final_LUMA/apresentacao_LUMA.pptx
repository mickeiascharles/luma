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1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67FC-D9EA-7282-5000-8105D461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15275-C9E7-08BB-2267-714AF5058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2940A-3C53-FF16-B95B-CA9DC2164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A3868-C304-033F-5584-484689A07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05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126480" y="-548640"/>
            <a:ext cx="5760720" cy="5760720"/>
          </a:xfrm>
          <a:prstGeom prst="arc">
            <a:avLst/>
          </a:prstGeom>
          <a:noFill/>
          <a:ln w="17780">
            <a:solidFill>
              <a:srgbClr val="00C1D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394960" y="228600"/>
            <a:ext cx="6217920" cy="6217920"/>
          </a:xfrm>
          <a:prstGeom prst="arc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C:\Users\charl\OneDrive\Área de Trabalho\Faculdade\Quarto Semestre\Residencia 4\Ideia Space\Ideia Space\assets\images\logo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3504"/>
            <a:ext cx="1024128" cy="8893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LUMA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13232" y="2615184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7B0C0"/>
                </a:solidFill>
              </a:rPr>
              <a:t>MVP educacional com frontend, backend basico e arquitetura preparada para IA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Aprender engenharia espacial exige ligar teoria, hardware e dados reais.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78408" y="1828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Conceitos de sensores, telemetria e sistemas embarcados ficam abstratos sem pratica.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43230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78408" y="234086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Professores precisam transformar o kit em missao didatica, nao apenas demonstracao tecnica.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94436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78408" y="2852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Alunos precisam entender componentes, dados e decisao de engenharia em uma interface clara.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656832" y="1874520"/>
            <a:ext cx="415137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93408" y="203911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Oportunidade de 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441448"/>
            <a:ext cx="4078224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Usar IA como tutora educacional para explicar componentes, interpretar telemetria e propor perguntas investigativas com seguranca.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492240" y="43434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656832" y="4526280"/>
            <a:ext cx="415137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693408" y="469087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Cuidado critico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5093208"/>
            <a:ext cx="40782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 IA nao deve inventar pinagens, tensoes ou diagnosticos de hardware sem contexto aprovado.</a:t>
            </a:r>
            <a:endParaRPr 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SOLUÇÃO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LUMA combina experiencia web, backend demonstrativo e trilha por missao.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389120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53712" y="1828800"/>
            <a:ext cx="172821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90288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90288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Experiencia visual do satelite, narrativa e componentes.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6656832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821424" y="1828800"/>
            <a:ext cx="172821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858000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API simples serve dados, telemetria e status de IA.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924544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9089136" y="1828800"/>
            <a:ext cx="172821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9125712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futura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25712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Assistente LUMA com contexto fechado e validacao.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4526280" y="425196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727448" y="41605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Site servido por http://localhost:3000.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526280" y="476402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727448" y="46725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Backend sem dependencias externas, facil de explicar e executar.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26280" y="527608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727448" y="51846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Rotas demonstram separacao minima entre interface, dados e futura camada AI-powered.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BACKEND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Agora o MVP tem uma API basica para demonstrar arquitetura.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41832" y="1783080"/>
            <a:ext cx="241401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7840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Servidor 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350008"/>
            <a:ext cx="2340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Arquivo backend/server.js usando modulos nativos: http, fs, path e url.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794760" y="16002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959352" y="1783080"/>
            <a:ext cx="241401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99592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Dados 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95928" y="2350008"/>
            <a:ext cx="2340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Arquivo backend/data/luma-data.json concentra projeto, componentes e telemetria.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812280" y="16002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976872" y="1783080"/>
            <a:ext cx="241401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01344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Site estatico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13448" y="2350008"/>
            <a:ext cx="2340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 mesma API tambem serve os arquivos da pasta assets.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829800" y="160020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994392" y="1783080"/>
            <a:ext cx="127101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030968" y="19476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30968" y="2350008"/>
            <a:ext cx="1197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PORT opcional, padrao 3000.</a:t>
            </a:r>
            <a:endParaRPr lang="en-US" sz="104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3703320"/>
          <a:ext cx="9875520" cy="205740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Rota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/api/health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status da API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/api/luma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dados do projeto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/api/components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componentes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/api/telemetry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telemetria demo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/api/ai/status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estado da IA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IA NO PRODUTO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versao AI-powered proposta usa o backend como camada segura.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96696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Pergunta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72768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035808" y="205740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9544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07208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248656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22392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0056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Contexto aprovado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461504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35240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32904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Modelo IA futuro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11312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674352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848088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45752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Validador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66344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115568" y="45720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/api/ai/status informa que a IA real ainda nao esta ativa.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14400" y="517550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115568" y="508406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 chave de IA ficaria protegida no servidor, nao no navegador.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4400" y="568756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115568" y="55961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Prompts e validadores podem evoluir sem reescrever a interface.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FERRAMENTAS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entrega agora mostra frontend, backend e engenharia de prompt.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41832" y="1920240"/>
            <a:ext cx="213969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7840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generativa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Apoio na narrativa, prompts, limites e organizacao do pitch.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61188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776472" y="1920240"/>
            <a:ext cx="213969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1304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HTML/CSS/JS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304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Prototipo navegavel e interativo.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4652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611112" y="1920240"/>
            <a:ext cx="213969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4768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 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768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API demonstrativa sem dependencias externas.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281160" y="17373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445752" y="1920240"/>
            <a:ext cx="17739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482328" y="20848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QA manual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82328" y="2487168"/>
            <a:ext cx="170078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Teste de rotas e revisao de escopo tecnico.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10012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Decisao de engenharia: implementar backend real e manter transparencia sobre a IA ainda nao estar ativa em producao.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CUSTOS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backend aumenta maturidade da entrega sem gerar custo de IA.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6492240" cy="2560320"/>
        </p:xfrm>
        <a:graphic>
          <a:graphicData uri="http://schemas.openxmlformats.org/drawingml/2006/table">
            <a:tbl>
              <a:tblPr/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Cenario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Custo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Observacao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MVP atual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baixo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Node simples, sem banco e sem dependencias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IA atual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R$ 0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sem chamadas de modelo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Piloto AI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variavel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modelo compacto, contexto curto e cache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Producao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controlado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limites por usuario e logs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7818120" y="1737360"/>
            <a:ext cx="3063240" cy="2148840"/>
          </a:xfrm>
          <a:prstGeom prst="roundRect">
            <a:avLst>
              <a:gd name="adj" fmla="val 3404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7982712" y="1920240"/>
            <a:ext cx="273405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019288" y="208483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Trade-off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19288" y="2487168"/>
            <a:ext cx="266090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Backend simples prova arquitetura. A IA futura exige chave segura, base de conhecimento, logs e validacao.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914400" y="482803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115568" y="47365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Sem API externa obrigatoria para demonstrar.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5340096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115568" y="5248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 escala futura depende de cache, limites e qualidade do modelo.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585216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115568" y="57607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Conteudo sensivel continua exigindo revisao humana.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QUALIDADE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principal pergunta de defesa: e se a IA falhar?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87552" y="1874520"/>
            <a:ext cx="22311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2412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Falha esperada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Resposta generica, inventada ou segura demais para ajudar o aluno.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65760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822192" y="1874520"/>
            <a:ext cx="223113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5876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Mitigacao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Contexto fechado, prompts versionados e checklist de alucinacao.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9224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656832" y="1874520"/>
            <a:ext cx="223113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9340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9340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Centraliza futuras regras, logs e bloqueios antes da resposta.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326880" y="16916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491472" y="1874520"/>
            <a:ext cx="168249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528048" y="20391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8048" y="2441448"/>
            <a:ext cx="160934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Nao automatizar seguranca eletrica sem manual oficial.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Aprendizado: IA e forte como tutora guiada; o backend e o lugar certo para controlar contexto, chave e validacao.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1D5"/>
                </a:solidFill>
              </a:rPr>
              <a:t>FUTURO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proximo salto e transformar o backend em camada AI-powered.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69848" y="16916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Conectar o frontend aos endpoints do backend.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29514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69848" y="22037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Adicionar POST /api/ai/ask para o assistente LUMA.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280720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69848" y="2715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Criar base de conhecimento com manuais oficiais.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69848" y="32278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Adicionar logs, validacao e bloqueio de alucinacoes.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3831336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69848" y="373989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Modo professor com atividades, rubricas e relatorios.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37960" y="1783080"/>
            <a:ext cx="4160520" cy="2468880"/>
          </a:xfrm>
          <a:prstGeom prst="roundRect">
            <a:avLst>
              <a:gd name="adj" fmla="val 2963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702552" y="1965960"/>
            <a:ext cx="383133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739128" y="213055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Equipe e responsabilidades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2532888"/>
            <a:ext cx="3758184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0C0"/>
                </a:solidFill>
              </a:rPr>
              <a:t>Preencher com os membros do squad: produto/pitch, frontend, backend, conteudo tecnico, engenharia de prompt, QA e documentacao.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Fechamento: o LUMA mostra uma base completa de MVP: experiencia, servidor, documentacao e plano honesto para IA.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84574-FA57-038F-A67B-863F41AC0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829FCB5-39BC-F6B4-ED58-36C783F68584}"/>
              </a:ext>
            </a:extLst>
          </p:cNvPr>
          <p:cNvSpPr/>
          <p:nvPr/>
        </p:nvSpPr>
        <p:spPr>
          <a:xfrm>
            <a:off x="6126480" y="-548640"/>
            <a:ext cx="5760720" cy="5760720"/>
          </a:xfrm>
          <a:prstGeom prst="arc">
            <a:avLst/>
          </a:prstGeom>
          <a:noFill/>
          <a:ln w="17780">
            <a:solidFill>
              <a:srgbClr val="00C1D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64A02E-E7D8-2A03-9882-FDC41301B7AC}"/>
              </a:ext>
            </a:extLst>
          </p:cNvPr>
          <p:cNvSpPr/>
          <p:nvPr/>
        </p:nvSpPr>
        <p:spPr>
          <a:xfrm>
            <a:off x="5394960" y="228600"/>
            <a:ext cx="6217920" cy="6217920"/>
          </a:xfrm>
          <a:prstGeom prst="arc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C:\Users\charl\OneDrive\Área de Trabalho\Faculdade\Quarto Semestre\Residencia 4\Ideia Space\Ideia Space\assets\images\logotipo.png">
            <a:extLst>
              <a:ext uri="{FF2B5EF4-FFF2-40B4-BE49-F238E27FC236}">
                <a16:creationId xmlns:a16="http://schemas.microsoft.com/office/drawing/2014/main" id="{B42405A8-850E-7D2B-3173-913F361E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3504"/>
            <a:ext cx="1024128" cy="88939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9EE8CAE-09A7-DB91-E187-5268C03998F8}"/>
              </a:ext>
            </a:extLst>
          </p:cNvPr>
          <p:cNvSpPr/>
          <p:nvPr/>
        </p:nvSpPr>
        <p:spPr>
          <a:xfrm>
            <a:off x="685800" y="1828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LUMA</a:t>
            </a:r>
            <a:endParaRPr lang="en-US" sz="4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AA41840-F114-B5F4-49C9-D081158AA2FF}"/>
              </a:ext>
            </a:extLst>
          </p:cNvPr>
          <p:cNvSpPr/>
          <p:nvPr/>
        </p:nvSpPr>
        <p:spPr>
          <a:xfrm>
            <a:off x="713232" y="2680946"/>
            <a:ext cx="6126480" cy="2867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7B0C0"/>
                </a:solidFill>
              </a:rPr>
              <a:t>Mickeias Charles De Oliveira Paiva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A7B0C0"/>
                </a:solidFill>
              </a:rPr>
              <a:t>Tallys Araújo Dos Santos</a:t>
            </a:r>
          </a:p>
          <a:p>
            <a:pPr marL="0" indent="0">
              <a:buNone/>
            </a:pPr>
            <a:r>
              <a:rPr lang="en-US" sz="1700" dirty="0" err="1">
                <a:solidFill>
                  <a:srgbClr val="A7B0C0"/>
                </a:solidFill>
              </a:rPr>
              <a:t>Laíza</a:t>
            </a:r>
            <a:r>
              <a:rPr lang="en-US" sz="1700" dirty="0">
                <a:solidFill>
                  <a:srgbClr val="A7B0C0"/>
                </a:solidFill>
              </a:rPr>
              <a:t> Ribeiro de Sousa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A7B0C0"/>
                </a:solidFill>
              </a:rPr>
              <a:t>Ian Gomes Caixeta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A7B0C0"/>
                </a:solidFill>
              </a:rPr>
              <a:t>George Lucas Prado Andrade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A7B0C0"/>
                </a:solidFill>
              </a:rPr>
              <a:t>Wellington Henrique Santos Marques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A7B0C0"/>
                </a:solidFill>
              </a:rPr>
              <a:t>Renan Silvestre de Oliveira Vale</a:t>
            </a:r>
          </a:p>
          <a:p>
            <a:pPr marL="0" indent="0">
              <a:buNone/>
            </a:pPr>
            <a:endParaRPr lang="en-US" sz="17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bg1">
                    <a:lumMod val="65000"/>
                  </a:schemeClr>
                </a:solidFill>
              </a:rPr>
              <a:t>Mentor: Caian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bg1">
                    <a:lumMod val="65000"/>
                  </a:schemeClr>
                </a:solidFill>
              </a:rPr>
              <a:t>Professor: Marcos</a:t>
            </a:r>
          </a:p>
          <a:p>
            <a:pPr marL="0" indent="0">
              <a:buNone/>
            </a:pPr>
            <a:r>
              <a:rPr lang="en-US" sz="1700" dirty="0" err="1">
                <a:solidFill>
                  <a:schemeClr val="bg1">
                    <a:lumMod val="65000"/>
                  </a:schemeClr>
                </a:solidFill>
              </a:rPr>
              <a:t>Representante</a:t>
            </a:r>
            <a:r>
              <a:rPr lang="en-US" sz="1700" dirty="0">
                <a:solidFill>
                  <a:schemeClr val="bg1">
                    <a:lumMod val="65000"/>
                  </a:schemeClr>
                </a:solidFill>
              </a:rPr>
              <a:t>: Vitor</a:t>
            </a:r>
          </a:p>
        </p:txBody>
      </p:sp>
    </p:spTree>
    <p:extLst>
      <p:ext uri="{BB962C8B-B14F-4D97-AF65-F5344CB8AC3E}">
        <p14:creationId xmlns:p14="http://schemas.microsoft.com/office/powerpoint/2010/main" val="3554678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809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Ideia 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LUMA - Pitch Final Atualizado</dc:title>
  <dc:subject>Pitch final LUMA atualizado com backend</dc:subject>
  <dc:creator>Equipe LUMA / Ideia Space</dc:creator>
  <cp:lastModifiedBy>Mickeias Charles</cp:lastModifiedBy>
  <cp:revision>2</cp:revision>
  <dcterms:created xsi:type="dcterms:W3CDTF">2026-06-10T03:44:40Z</dcterms:created>
  <dcterms:modified xsi:type="dcterms:W3CDTF">2026-06-10T04:16:10Z</dcterms:modified>
</cp:coreProperties>
</file>